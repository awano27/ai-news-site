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1015901"/>
            <a:ext cx="8031682" cy="1584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240"/>
              </a:lnSpc>
              <a:spcAft>
                <a:spcPts val="3000"/>
              </a:spcAft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AIエージェント・ハーネス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34901" y="2981623"/>
            <a:ext cx="803168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信頼性を支える次世代OS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34901" y="3692723"/>
            <a:ext cx="803168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0"/>
              </a:spcBef>
              <a:buNone/>
            </a:pPr>
            <a:r>
              <a:rPr lang="en-US" sz="1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2026-01-06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507950"/>
            <a:ext cx="8031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ハーネスとは何か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34901" y="1574750"/>
            <a:ext cx="3821531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AIモデルをCPU、コンテキストをメモリとするならば、エージェント・ハーネスはシステム全体を統括する</a:t>
            </a:r>
            <a:pPr algn="l" indent="0" marL="0">
              <a:lnSpc>
                <a:spcPts val="2560"/>
              </a:lnSpc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オペレーティングシステム（OS）</a:t>
            </a:r>
            <a:pPr algn="l" indent="0" marL="0">
              <a:lnSpc>
                <a:spcPts val="256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に相当します。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3065413"/>
            <a:ext cx="3821531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長期にわたる複雑なタスクの安定性を支える役割を果たし、従来のベンチマークでは測れない持続的な信頼性を確保します。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317480" y="2452688"/>
            <a:ext cx="2636639" cy="1225451"/>
          </a:xfrm>
          <a:prstGeom prst="roundRect">
            <a:avLst>
              <a:gd name="adj" fmla="val 12436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614913" y="2770138"/>
            <a:ext cx="204177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System OS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Agent Harness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507950"/>
            <a:ext cx="80316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コンテキスト・エンジニアリングの重要性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34901" y="2260550"/>
            <a:ext cx="7874198" cy="24071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3240"/>
              </a:lnSpc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持続的な指示への</a:t>
            </a:r>
            <a:pPr algn="l" indent="0" marL="0">
              <a:lnSpc>
                <a:spcPts val="3240"/>
              </a:lnSpc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忠実度</a:t>
            </a:r>
            <a:pPr algn="l" indent="0" marL="0">
              <a:lnSpc>
                <a:spcPts val="3240"/>
              </a:lnSpc>
              <a:spcAft>
                <a:spcPts val="2000"/>
              </a:spcAft>
              <a:buNone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を確保</a:t>
            </a:r>
            <a:endParaRPr lang="en-US" sz="1800" dirty="0"/>
          </a:p>
          <a:p>
            <a:pPr algn="l" marL="342900" indent="-342900">
              <a:lnSpc>
                <a:spcPts val="3240"/>
              </a:lnSpc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長期タスクにおける</a:t>
            </a:r>
            <a:pPr algn="l" indent="0" marL="0">
              <a:lnSpc>
                <a:spcPts val="3240"/>
              </a:lnSpc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信頼性</a:t>
            </a:r>
            <a:pPr algn="l" indent="0" marL="0">
              <a:lnSpc>
                <a:spcPts val="3240"/>
              </a:lnSpc>
              <a:spcAft>
                <a:spcPts val="2000"/>
              </a:spcAft>
              <a:buNone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の向上</a:t>
            </a:r>
            <a:endParaRPr lang="en-US" sz="1800" dirty="0"/>
          </a:p>
          <a:p>
            <a:pPr algn="l" marL="342900" indent="-342900">
              <a:lnSpc>
                <a:spcPts val="3240"/>
              </a:lnSpc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過剰な制御フローを避けた</a:t>
            </a:r>
            <a:pPr algn="l" indent="0" marL="0">
              <a:lnSpc>
                <a:spcPts val="3240"/>
              </a:lnSpc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柔軟な設計</a:t>
            </a:r>
            <a:endParaRPr lang="en-US" sz="1800" dirty="0"/>
          </a:p>
          <a:p>
            <a:pPr algn="l" marL="342900" indent="-342900">
              <a:lnSpc>
                <a:spcPts val="3240"/>
              </a:lnSpc>
              <a:spcAft>
                <a:spcPts val="2000"/>
              </a:spcAft>
              <a:buSzPct val="100000"/>
              <a:buChar char="•"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モデルの進化に合わせて</a:t>
            </a:r>
            <a:pPr algn="l" indent="0" marL="0">
              <a:lnSpc>
                <a:spcPts val="3240"/>
              </a:lnSpc>
              <a:spcAft>
                <a:spcPts val="2000"/>
              </a:spcAft>
              <a:buNone/>
            </a:pPr>
            <a:r>
              <a:rPr lang="en-US" sz="18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コードを破棄</a:t>
            </a:r>
            <a:pPr algn="l" indent="0" marL="0">
              <a:lnSpc>
                <a:spcPts val="3240"/>
              </a:lnSpc>
              <a:spcAft>
                <a:spcPts val="2000"/>
              </a:spcAft>
              <a:buNone/>
            </a:pPr>
            <a:r>
              <a:rPr lang="en-US" sz="18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できる構造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01501" cy="5143500"/>
          </a:xfrm>
          <a:prstGeom prst="rect">
            <a:avLst/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34901" y="507950"/>
            <a:ext cx="803168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データ資産としての価値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34901" y="1574750"/>
            <a:ext cx="3821531" cy="130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ハーネスによって収集された</a:t>
            </a:r>
            <a:pPr algn="l" indent="0" marL="0">
              <a:lnSpc>
                <a:spcPts val="2560"/>
              </a:lnSpc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実行ログ</a:t>
            </a:r>
            <a:pPr algn="l" indent="0" marL="0">
              <a:lnSpc>
                <a:spcPts val="256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や</a:t>
            </a:r>
            <a:pPr algn="l" indent="0" marL="0">
              <a:lnSpc>
                <a:spcPts val="2560"/>
              </a:lnSpc>
              <a:spcAft>
                <a:spcPts val="1500"/>
              </a:spcAft>
              <a:buNone/>
            </a:pPr>
            <a:r>
              <a:rPr lang="en-US" sz="1600" b="1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失敗の軌跡</a:t>
            </a:r>
            <a:pPr algn="l" indent="0" marL="0">
              <a:lnSpc>
                <a:spcPts val="256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は、次世代モデルの精度を向上させるための貴重なデータセットとして機能します。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34901" y="3065413"/>
            <a:ext cx="3821531" cy="975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0"/>
              </a:lnSpc>
              <a:spcAft>
                <a:spcPts val="1500"/>
              </a:spcAft>
              <a:buNone/>
            </a:pPr>
            <a:r>
              <a:rPr lang="en-US" sz="1600" dirty="0">
                <a:solidFill>
                  <a:srgbClr val="181B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これらのデータは、AIシステムの継続的な改善サイクルを可能にし、より高度な自律性を実現します。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762500" y="1574750"/>
            <a:ext cx="3746599" cy="1393627"/>
          </a:xfrm>
          <a:prstGeom prst="roundRect">
            <a:avLst>
              <a:gd name="adj" fmla="val 9113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984013" y="1828651"/>
            <a:ext cx="3303574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∞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984013" y="2447776"/>
            <a:ext cx="33035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学習データの蓄積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62500" y="3222278"/>
            <a:ext cx="3746599" cy="1393627"/>
          </a:xfrm>
          <a:prstGeom prst="roundRect">
            <a:avLst>
              <a:gd name="adj" fmla="val 9113"/>
            </a:avLst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984013" y="3476179"/>
            <a:ext cx="3303574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984013" y="4095304"/>
            <a:ext cx="330357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精度の継続的向上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81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3450" y="1354782"/>
            <a:ext cx="7536951" cy="1452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20"/>
              </a:lnSpc>
              <a:spcAft>
                <a:spcPts val="250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2026年、モデル性能を超えた</a:t>
            </a:r>
            <a:endParaRPr lang="en-US" sz="4400" dirty="0"/>
          </a:p>
          <a:p>
            <a:pPr algn="ctr" indent="0" marL="0">
              <a:lnSpc>
                <a:spcPts val="5720"/>
              </a:lnSpc>
              <a:spcAft>
                <a:spcPts val="2500"/>
              </a:spcAft>
              <a:buNone/>
            </a:pPr>
            <a:r>
              <a:rPr lang="en-US" sz="4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インフラが勝負を決める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3619351" y="3125093"/>
            <a:ext cx="1905000" cy="5075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803450" y="3493294"/>
            <a:ext cx="7536951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Harness - The Next Generation OS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AIエージェント・ハーネス：信頼性を支える次世代OS</dc:title>
  <dc:subject>PptxGenJS Presentation</dc:subject>
  <dc:creator>AI News Site</dc:creator>
  <cp:lastModifiedBy>AI News Site</cp:lastModifiedBy>
  <cp:revision>1</cp:revision>
  <dcterms:created xsi:type="dcterms:W3CDTF">2026-01-07T01:54:41Z</dcterms:created>
  <dcterms:modified xsi:type="dcterms:W3CDTF">2026-01-07T01:54:41Z</dcterms:modified>
</cp:coreProperties>
</file>