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Rubin vs Blackwell</c:v>
                </c:pt>
              </c:strCache>
            </c:strRef>
          </c:tx>
          <c:spPr>
            <a:solidFill>
              <a:srgbClr val="4E9F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91A1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推論性能</c:v>
                  </c:pt>
                  <c:pt idx="1">
                    <c:v>トレーニング性能</c:v>
                  </c:pt>
                  <c:pt idx="2">
                    <c:v>推論コスト削減</c:v>
                  </c:pt>
                  <c:pt idx="3">
                    <c:v>MoE GPU削減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3.5</c:v>
                </c:pt>
                <c:pt idx="2">
                  <c:v>10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91A19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性能指標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向上倍率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8137" y="1254175"/>
            <a:ext cx="4687577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Rubin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228137" y="2327225"/>
            <a:ext cx="468757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AIファクトリーの再定義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301901" y="3114526"/>
            <a:ext cx="2539901" cy="5075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28137" y="3546277"/>
            <a:ext cx="46875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8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2026年1月7日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93602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511052"/>
            <a:ext cx="8128099" cy="11811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5575" y="1511052"/>
            <a:ext cx="0" cy="1181100"/>
          </a:xfrm>
          <a:prstGeom prst="line">
            <a:avLst/>
          </a:prstGeom>
          <a:noFill/>
          <a:ln w="95250">
            <a:solidFill>
              <a:srgbClr val="1E51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3700" y="1701552"/>
            <a:ext cx="780488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2026で発表されたRubinは、Blackwellの後継となる次世代AIプラットフォーム。6種類の新チップを統合し、ハードウェアとソフトウェアの協調設計を極限まで高めた単一のAIスーパーコンピュータとして機能。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2882652"/>
            <a:ext cx="8128099" cy="116234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年次リリースサイクル維持: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AIハードウェアの主要プラットフォームとして継続的進化</a:t>
            </a:r>
            <a:endParaRPr lang="en-US" sz="1300" dirty="0"/>
          </a:p>
          <a:p>
            <a:pPr algn="l" marL="190500" indent="-1905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次世代AIワークロード対応: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エージェント型AI、長文脈推論、MoEモデルに最適化</a:t>
            </a:r>
            <a:endParaRPr lang="en-US" sz="1300" dirty="0"/>
          </a:p>
          <a:p>
            <a:pPr algn="l" marL="190500" indent="-1905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完全生産体制: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発表時点で既に生産開始、2026年後半に出荷予定</a:t>
            </a:r>
            <a:endParaRPr lang="en-US" sz="1300" dirty="0"/>
          </a:p>
          <a:p>
            <a:pPr algn="l" marL="190500" indent="-1905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主要パートナー: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Microsoft、CoreWeave等のクラウドプロバイダーが初期導入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93602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主要機能と技術革新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511052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システム統合とコデザイン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968252"/>
            <a:ext cx="3968800" cy="99179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968252"/>
            <a:ext cx="0" cy="991791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975" y="2120652"/>
            <a:ext cx="3688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6チップ統合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975" y="2444502"/>
            <a:ext cx="368870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 CPU、Rubin GPUを含む新チップを単一システムとして統合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3112443"/>
            <a:ext cx="3968800" cy="81022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3112443"/>
            <a:ext cx="0" cy="810220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975" y="3264843"/>
            <a:ext cx="3688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ラック規模の統合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7975" y="3588693"/>
            <a:ext cx="368870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計算、ネットワーク、ストレージの統合最適化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7250" y="1968252"/>
            <a:ext cx="3968800" cy="81022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91063" y="1968252"/>
            <a:ext cx="0" cy="810220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7275" y="2120652"/>
            <a:ext cx="3688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次世代AI対応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7275" y="2444502"/>
            <a:ext cx="368870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エージェント型AI、長文脈推論に特化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7250" y="2930872"/>
            <a:ext cx="3968800" cy="81022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91063" y="2930872"/>
            <a:ext cx="0" cy="810220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7275" y="3083272"/>
            <a:ext cx="3688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コスト削減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7275" y="3407122"/>
            <a:ext cx="368870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推論トークンコストを最大10分の1に削減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93602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パフォーマンス比較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447502"/>
            <a:ext cx="39835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Blackwell比の性能向上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860203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推論性能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2095054"/>
            <a:ext cx="398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最大5倍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256490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トレーニング性能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799755"/>
            <a:ext cx="398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最大3.5倍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3269605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推論コスト削減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504456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</a:t>
            </a:r>
            <a:endParaRPr lang="en-US" sz="1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730800" y="1454051"/>
          <a:ext cx="3905399" cy="3174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93602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市場展開とパートナーシップ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511052"/>
            <a:ext cx="8128099" cy="590550"/>
          </a:xfrm>
          <a:prstGeom prst="roundRect">
            <a:avLst>
              <a:gd name="adj" fmla="val 17204"/>
            </a:avLst>
          </a:prstGeom>
          <a:solidFill>
            <a:srgbClr val="E8F5E9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9400" y="1682502"/>
            <a:ext cx="79409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完全生産体制（in full production）- 発表時点で既に稼働中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2254002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主要パートナー企業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711202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クラウドプロバイダー・AIラボ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3035052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Microsoft、CoreWeave 他主要クラウド事業者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3375273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エンタープライズLinuxパートナー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50" y="3699123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Canonical、Red Hat、SUSE - 最適化サポートを提供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4064794"/>
            <a:ext cx="8128099" cy="55245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1763" y="4064794"/>
            <a:ext cx="0" cy="552450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975" y="4217194"/>
            <a:ext cx="79311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出荷開始:</a:t>
            </a:r>
            <a:pPr algn="l" indent="0" marL="0">
              <a:buNone/>
            </a:pPr>
            <a:r>
              <a:rPr lang="en-US" sz="13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2026年後半にパートナー企業によるRubinベースシステムの出荷開始予定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Rubin AI Platform</dc:title>
  <dc:subject>PptxGenJS Presentation</dc:subject>
  <dc:creator>Claude Code</dc:creator>
  <cp:lastModifiedBy>Claude Code</cp:lastModifiedBy>
  <cp:revision>1</cp:revision>
  <dcterms:created xsi:type="dcterms:W3CDTF">2026-01-08T12:00:43Z</dcterms:created>
  <dcterms:modified xsi:type="dcterms:W3CDTF">2026-01-08T12:00:43Z</dcterms:modified>
</cp:coreProperties>
</file>