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25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 AIの進化と歴史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主要なマイルストーンとブレイクスルー</a:t>
            </a:r>
          </a:p>
          <a:p>
            <a:r>
              <a:t>作成日: 2025年12月23日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2025年の概要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自律型AIエージェントの台頭：チャットから行動へ</a:t>
            </a:r>
          </a:p>
          <a:p>
            <a:pPr>
              <a:defRPr sz="2400"/>
            </a:pPr>
            <a:r>
              <a:t>マルチモーダルAIの進化：視覚・聴覚・言語の統合</a:t>
            </a:r>
          </a:p>
          <a:p>
            <a:pPr>
              <a:defRPr sz="2400"/>
            </a:pPr>
            <a:r>
              <a:t>産業への深い統合：医療、金融、開発現場での実用化</a:t>
            </a:r>
          </a:p>
          <a:p>
            <a:pPr>
              <a:defRPr sz="2400"/>
            </a:pPr>
            <a:r>
              <a:t>AIの最適化と民主化：より効率的で身近な存在へ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2025年の進化タイムライン</a:t>
            </a:r>
          </a:p>
        </p:txBody>
      </p:sp>
      <p:sp>
        <p:nvSpPr>
          <p:cNvPr id="3" name="Right Arrow 2"/>
          <p:cNvSpPr/>
          <p:nvPr/>
        </p:nvSpPr>
        <p:spPr>
          <a:xfrm>
            <a:off x="914400" y="3200400"/>
            <a:ext cx="7315200" cy="91440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286000"/>
            <a:ext cx="914400" cy="73152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マルチモーダル</a:t>
            </a:r>
          </a:p>
          <a:p>
            <a:r>
              <a:t>モデルの普及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2286000"/>
            <a:ext cx="914400" cy="73152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自律エージェント</a:t>
            </a:r>
          </a:p>
          <a:p>
            <a:r>
              <a:t>実用化開始</a:t>
            </a:r>
          </a:p>
        </p:txBody>
      </p:sp>
      <p:sp>
        <p:nvSpPr>
          <p:cNvPr id="8" name="Oval 7"/>
          <p:cNvSpPr/>
          <p:nvPr/>
        </p:nvSpPr>
        <p:spPr>
          <a:xfrm>
            <a:off x="5029200" y="2286000"/>
            <a:ext cx="914400" cy="73152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産業特化型</a:t>
            </a:r>
          </a:p>
          <a:p>
            <a:r>
              <a:t>AIの拡大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286000"/>
            <a:ext cx="914400" cy="73152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AGIに向けた</a:t>
            </a:r>
          </a:p>
          <a:p>
            <a:r>
              <a:t>新たな議論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AIエージェントの企業採用率予測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マルチモーダルAIの統合イメージ</a:t>
            </a:r>
          </a:p>
        </p:txBody>
      </p:sp>
      <p:sp>
        <p:nvSpPr>
          <p:cNvPr id="3" name="Hexagon 2"/>
          <p:cNvSpPr/>
          <p:nvPr/>
        </p:nvSpPr>
        <p:spPr>
          <a:xfrm>
            <a:off x="3657600" y="2743200"/>
            <a:ext cx="2057400" cy="2057400"/>
          </a:xfrm>
          <a:prstGeom prst="hexagon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Multimodal AI</a:t>
            </a:r>
          </a:p>
          <a:p>
            <a:r>
              <a:t>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914400"/>
            <a:ext cx="1371600" cy="9144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1371600" cy="9144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4114800"/>
            <a:ext cx="1371600" cy="9144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自律型AIエージェントの詳細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「Agentic AI」へのシフト：指示待ちから自律的な意思決定へ</a:t>
            </a:r>
          </a:p>
          <a:p>
            <a:pPr>
              <a:defRPr sz="2400"/>
            </a:pPr>
            <a:r>
              <a:t>複雑なタスクの実行：スケジューリング、ソフトウェア開発、交渉など</a:t>
            </a:r>
          </a:p>
          <a:p>
            <a:pPr>
              <a:defRPr sz="2400"/>
            </a:pPr>
            <a:r>
              <a:t>企業の採用拡大：Deloitteの予測では2025年に採用率が25%に到達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産業分野での革新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医療：膨大な臨床データ解析による早期診断と個別化医療</a:t>
            </a:r>
          </a:p>
          <a:p>
            <a:pPr>
              <a:defRPr sz="2400"/>
            </a:pPr>
            <a:r>
              <a:t>金融：自律型金融システムによる予測と高度な不正検知</a:t>
            </a:r>
          </a:p>
          <a:p>
            <a:pPr>
              <a:defRPr sz="2400"/>
            </a:pPr>
            <a:r>
              <a:t>ソフトウェア開発：AIがコード生成・テスト・修正を自律的に実行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まとめ：2025年の位置づけ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AIは「ツール」から自律的な「パートナー」へと進化</a:t>
            </a:r>
          </a:p>
          <a:p>
            <a:pPr>
              <a:defRPr sz="2400"/>
            </a:pPr>
            <a:r>
              <a:t>実験段階から実用・最適化のフェーズへ移行</a:t>
            </a:r>
          </a:p>
          <a:p>
            <a:pPr>
              <a:defRPr sz="2400"/>
            </a:pPr>
            <a:r>
              <a:t>B2B AIの民主化により、あらゆる規模の企業で活用が進む</a:t>
            </a:r>
          </a:p>
          <a:p>
            <a:pPr>
              <a:defRPr sz="2400"/>
            </a:pPr>
            <a:r>
              <a:t>次世代（AGI）に向けた重要な転換点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